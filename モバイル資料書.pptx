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8"/>
  </p:notesMasterIdLst>
  <p:sldIdLst>
    <p:sldId id="256" r:id="rId2"/>
    <p:sldId id="259" r:id="rId3"/>
    <p:sldId id="257" r:id="rId4"/>
    <p:sldId id="258"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920" autoAdjust="0"/>
    <p:restoredTop sz="94660"/>
  </p:normalViewPr>
  <p:slideViewPr>
    <p:cSldViewPr snapToGrid="0">
      <p:cViewPr varScale="1">
        <p:scale>
          <a:sx n="55" d="100"/>
          <a:sy n="55" d="100"/>
        </p:scale>
        <p:origin x="1252"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FD0E49-C193-4C2B-8B4C-53762FE16E91}" type="datetimeFigureOut">
              <a:rPr kumimoji="1" lang="ja-JP" altLang="en-US" smtClean="0"/>
              <a:t>2026/5/13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50E447-F542-4B36-B7DD-E183A58D884C}" type="slidenum">
              <a:rPr kumimoji="1" lang="ja-JP" altLang="en-US" smtClean="0"/>
              <a:t>‹#›</a:t>
            </a:fld>
            <a:endParaRPr kumimoji="1" lang="ja-JP" altLang="en-US"/>
          </a:p>
        </p:txBody>
      </p:sp>
    </p:spTree>
    <p:extLst>
      <p:ext uri="{BB962C8B-B14F-4D97-AF65-F5344CB8AC3E}">
        <p14:creationId xmlns:p14="http://schemas.microsoft.com/office/powerpoint/2010/main" val="4790213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7250E447-F542-4B36-B7DD-E183A58D884C}" type="slidenum">
              <a:rPr kumimoji="1" lang="ja-JP" altLang="en-US" smtClean="0"/>
              <a:t>1</a:t>
            </a:fld>
            <a:endParaRPr kumimoji="1" lang="ja-JP" altLang="en-US"/>
          </a:p>
        </p:txBody>
      </p:sp>
    </p:spTree>
    <p:extLst>
      <p:ext uri="{BB962C8B-B14F-4D97-AF65-F5344CB8AC3E}">
        <p14:creationId xmlns:p14="http://schemas.microsoft.com/office/powerpoint/2010/main" val="40087057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28E435B7-E62C-44EE-A4AD-7C3BB417768E}" type="datetimeFigureOut">
              <a:rPr kumimoji="1" lang="ja-JP" altLang="en-US" smtClean="0"/>
              <a:t>2026/5/13</a:t>
            </a:fld>
            <a:endParaRPr kumimoji="1" lang="ja-JP" altLang="en-US"/>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kumimoji="1" lang="ja-JP" altLang="en-US"/>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403829684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28E435B7-E62C-44EE-A4AD-7C3BB417768E}" type="datetimeFigureOut">
              <a:rPr kumimoji="1" lang="ja-JP" altLang="en-US" smtClean="0"/>
              <a:t>2026/5/13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278207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28E435B7-E62C-44EE-A4AD-7C3BB417768E}" type="datetimeFigureOut">
              <a:rPr kumimoji="1" lang="ja-JP" altLang="en-US" smtClean="0"/>
              <a:t>2026/5/13</a:t>
            </a:fld>
            <a:endParaRPr kumimoji="1" lang="ja-JP" altLang="en-US"/>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kumimoji="1" lang="ja-JP" altLang="en-US"/>
          </a:p>
        </p:txBody>
      </p:sp>
      <p:sp>
        <p:nvSpPr>
          <p:cNvPr id="6" name="Slide Number Placeholder 5"/>
          <p:cNvSpPr>
            <a:spLocks noGrp="1"/>
          </p:cNvSpPr>
          <p:nvPr>
            <p:ph type="sldNum" sz="quarter" idx="12"/>
          </p:nvPr>
        </p:nvSpPr>
        <p:spPr>
          <a:xfrm>
            <a:off x="8604504" y="5211060"/>
            <a:ext cx="2112264" cy="228600"/>
          </a:xfrm>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48020354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28E435B7-E62C-44EE-A4AD-7C3BB417768E}" type="datetimeFigureOut">
              <a:rPr kumimoji="1" lang="ja-JP" altLang="en-US" smtClean="0"/>
              <a:t>2026/5/13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2919313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28E435B7-E62C-44EE-A4AD-7C3BB417768E}" type="datetimeFigureOut">
              <a:rPr kumimoji="1" lang="ja-JP" altLang="en-US" smtClean="0"/>
              <a:t>2026/5/13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725730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28E435B7-E62C-44EE-A4AD-7C3BB417768E}" type="datetimeFigureOut">
              <a:rPr kumimoji="1" lang="ja-JP" altLang="en-US" smtClean="0"/>
              <a:t>2026/5/13</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1367702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E435B7-E62C-44EE-A4AD-7C3BB417768E}" type="datetimeFigureOut">
              <a:rPr kumimoji="1" lang="ja-JP" altLang="en-US" smtClean="0"/>
              <a:t>2026/5/13</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3753607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コンテンツ">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8" name="Date Placeholder 7"/>
          <p:cNvSpPr>
            <a:spLocks noGrp="1"/>
          </p:cNvSpPr>
          <p:nvPr>
            <p:ph type="dt" sz="half" idx="10"/>
          </p:nvPr>
        </p:nvSpPr>
        <p:spPr/>
        <p:txBody>
          <a:bodyPr/>
          <a:lstStyle/>
          <a:p>
            <a:fld id="{28E435B7-E62C-44EE-A4AD-7C3BB417768E}" type="datetimeFigureOut">
              <a:rPr kumimoji="1" lang="ja-JP" altLang="en-US" smtClean="0"/>
              <a:t>2026/5/13</a:t>
            </a:fld>
            <a:endParaRPr kumimoji="1" lang="ja-JP" altLang="en-US"/>
          </a:p>
        </p:txBody>
      </p:sp>
      <p:sp>
        <p:nvSpPr>
          <p:cNvPr id="9" name="Footer Placeholder 8"/>
          <p:cNvSpPr>
            <a:spLocks noGrp="1"/>
          </p:cNvSpPr>
          <p:nvPr>
            <p:ph type="ftr" sz="quarter" idx="11"/>
          </p:nvPr>
        </p:nvSpPr>
        <p:spPr/>
        <p:txBody>
          <a:bodyPr/>
          <a:lstStyle>
            <a:lvl1pPr algn="r">
              <a:defRPr/>
            </a:lvl1pPr>
          </a:lstStyle>
          <a:p>
            <a:endParaRPr kumimoji="1" lang="ja-JP" altLang="en-US"/>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B0F99BE0-6B75-4FA9-BBD0-8F496F8B693F}" type="slidenum">
              <a:rPr kumimoji="1" lang="ja-JP" altLang="en-US" smtClean="0"/>
              <a:t>‹#›</a:t>
            </a:fld>
            <a:endParaRPr kumimoji="1" lang="ja-JP" altLang="en-US"/>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56153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28E435B7-E62C-44EE-A4AD-7C3BB417768E}" type="datetimeFigureOut">
              <a:rPr kumimoji="1" lang="ja-JP" altLang="en-US" smtClean="0"/>
              <a:t>2026/5/13</a:t>
            </a:fld>
            <a:endParaRPr kumimoji="1" lang="ja-JP" alt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kumimoji="1" lang="ja-JP" altLang="en-US"/>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B0F99BE0-6B75-4FA9-BBD0-8F496F8B693F}" type="slidenum">
              <a:rPr kumimoji="1" lang="ja-JP" altLang="en-US" smtClean="0"/>
              <a:t>‹#›</a:t>
            </a:fld>
            <a:endParaRPr kumimoji="1" lang="ja-JP" altLang="en-US"/>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89621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8E435B7-E62C-44EE-A4AD-7C3BB417768E}" type="datetimeFigureOut">
              <a:rPr kumimoji="1" lang="ja-JP" altLang="en-US" smtClean="0"/>
              <a:t>2026/5/13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4032671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8E435B7-E62C-44EE-A4AD-7C3BB417768E}" type="datetimeFigureOut">
              <a:rPr kumimoji="1" lang="ja-JP" altLang="en-US" smtClean="0"/>
              <a:t>2026/5/13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1608966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28E435B7-E62C-44EE-A4AD-7C3BB417768E}" type="datetimeFigureOut">
              <a:rPr kumimoji="1" lang="ja-JP" altLang="en-US" smtClean="0"/>
              <a:t>2026/5/13</a:t>
            </a:fld>
            <a:endParaRPr kumimoji="1" lang="ja-JP" altLang="en-US"/>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kumimoji="1" lang="ja-JP" altLang="en-US"/>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24239615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kumimoji="1"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kumimoji="1"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6C2D14-2418-DDA2-2364-D6F2CA146365}"/>
              </a:ext>
            </a:extLst>
          </p:cNvPr>
          <p:cNvSpPr>
            <a:spLocks noGrp="1"/>
          </p:cNvSpPr>
          <p:nvPr>
            <p:ph type="ctrTitle"/>
          </p:nvPr>
        </p:nvSpPr>
        <p:spPr>
          <a:xfrm>
            <a:off x="1561707" y="523721"/>
            <a:ext cx="9068586" cy="2590800"/>
          </a:xfrm>
        </p:spPr>
        <p:txBody>
          <a:bodyPr>
            <a:normAutofit fontScale="90000"/>
          </a:bodyPr>
          <a:lstStyle/>
          <a:p>
            <a:br>
              <a:rPr lang="en-US" altLang="ja-JP" dirty="0"/>
            </a:br>
            <a:br>
              <a:rPr lang="en-US" altLang="ja-JP" dirty="0"/>
            </a:br>
            <a:br>
              <a:rPr lang="en-US" altLang="ja-JP" dirty="0"/>
            </a:br>
            <a:br>
              <a:rPr lang="en-US" altLang="ja-JP" dirty="0"/>
            </a:br>
            <a:r>
              <a:rPr lang="ja-JP" altLang="en-US" dirty="0"/>
              <a:t>モバイル</a:t>
            </a:r>
            <a:br>
              <a:rPr lang="en-US" altLang="ja-JP" dirty="0"/>
            </a:br>
            <a:br>
              <a:rPr lang="en-US" altLang="ja-JP" dirty="0"/>
            </a:br>
            <a:r>
              <a:rPr lang="ja-JP" altLang="en-US" sz="9800" b="1" dirty="0"/>
              <a:t>メモ帳</a:t>
            </a:r>
            <a:endParaRPr kumimoji="1" lang="ja-JP" altLang="en-US" sz="9800" b="1" dirty="0"/>
          </a:p>
        </p:txBody>
      </p:sp>
      <p:sp>
        <p:nvSpPr>
          <p:cNvPr id="3" name="字幕 2">
            <a:extLst>
              <a:ext uri="{FF2B5EF4-FFF2-40B4-BE49-F238E27FC236}">
                <a16:creationId xmlns:a16="http://schemas.microsoft.com/office/drawing/2014/main" id="{F04F82A6-5B4D-9570-1123-7A45BAB2EF22}"/>
              </a:ext>
            </a:extLst>
          </p:cNvPr>
          <p:cNvSpPr>
            <a:spLocks noGrp="1"/>
          </p:cNvSpPr>
          <p:nvPr>
            <p:ph type="subTitle" idx="1"/>
          </p:nvPr>
        </p:nvSpPr>
        <p:spPr>
          <a:xfrm>
            <a:off x="5083629" y="4787375"/>
            <a:ext cx="9144000" cy="1655762"/>
          </a:xfrm>
        </p:spPr>
        <p:txBody>
          <a:bodyPr>
            <a:normAutofit/>
          </a:bodyPr>
          <a:lstStyle/>
          <a:p>
            <a:r>
              <a:rPr kumimoji="1" lang="ja-JP" altLang="en-US" sz="3200" dirty="0"/>
              <a:t>本田 隼翔</a:t>
            </a:r>
          </a:p>
        </p:txBody>
      </p:sp>
    </p:spTree>
    <p:extLst>
      <p:ext uri="{BB962C8B-B14F-4D97-AF65-F5344CB8AC3E}">
        <p14:creationId xmlns:p14="http://schemas.microsoft.com/office/powerpoint/2010/main" val="2870480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F3D07D-1292-BB36-83D4-A9F5243E94BA}"/>
              </a:ext>
            </a:extLst>
          </p:cNvPr>
          <p:cNvSpPr>
            <a:spLocks noGrp="1"/>
          </p:cNvSpPr>
          <p:nvPr>
            <p:ph type="title"/>
          </p:nvPr>
        </p:nvSpPr>
        <p:spPr>
          <a:xfrm>
            <a:off x="141514" y="0"/>
            <a:ext cx="10058400" cy="1371600"/>
          </a:xfrm>
        </p:spPr>
        <p:txBody>
          <a:bodyPr/>
          <a:lstStyle/>
          <a:p>
            <a:r>
              <a:rPr kumimoji="1" lang="ja-JP" altLang="en-US" b="1" dirty="0"/>
              <a:t>このアプリを作ろうと思った理由</a:t>
            </a:r>
          </a:p>
        </p:txBody>
      </p:sp>
      <p:sp>
        <p:nvSpPr>
          <p:cNvPr id="3" name="コンテンツ プレースホルダー 2">
            <a:extLst>
              <a:ext uri="{FF2B5EF4-FFF2-40B4-BE49-F238E27FC236}">
                <a16:creationId xmlns:a16="http://schemas.microsoft.com/office/drawing/2014/main" id="{68E14351-FC37-EE9F-DA4D-72D77B356304}"/>
              </a:ext>
            </a:extLst>
          </p:cNvPr>
          <p:cNvSpPr>
            <a:spLocks noGrp="1"/>
          </p:cNvSpPr>
          <p:nvPr>
            <p:ph idx="1"/>
          </p:nvPr>
        </p:nvSpPr>
        <p:spPr/>
        <p:txBody>
          <a:bodyPr>
            <a:normAutofit/>
          </a:bodyPr>
          <a:lstStyle/>
          <a:p>
            <a:r>
              <a:rPr kumimoji="1" lang="ja-JP" altLang="en-US" sz="3600" dirty="0"/>
              <a:t>すぐ物事や大切なこと、言われたことを忘れる自分に必要なものと考えたときにメモすれば　いいじゃん！と思い作成に至った</a:t>
            </a:r>
          </a:p>
        </p:txBody>
      </p:sp>
    </p:spTree>
    <p:extLst>
      <p:ext uri="{BB962C8B-B14F-4D97-AF65-F5344CB8AC3E}">
        <p14:creationId xmlns:p14="http://schemas.microsoft.com/office/powerpoint/2010/main" val="3512918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4CE247-F748-D24F-223F-369E593FC875}"/>
              </a:ext>
            </a:extLst>
          </p:cNvPr>
          <p:cNvSpPr>
            <a:spLocks noGrp="1"/>
          </p:cNvSpPr>
          <p:nvPr>
            <p:ph type="title"/>
          </p:nvPr>
        </p:nvSpPr>
        <p:spPr>
          <a:xfrm>
            <a:off x="239486" y="0"/>
            <a:ext cx="10058400" cy="1371600"/>
          </a:xfrm>
        </p:spPr>
        <p:txBody>
          <a:bodyPr>
            <a:normAutofit/>
          </a:bodyPr>
          <a:lstStyle/>
          <a:p>
            <a:r>
              <a:rPr lang="ja-JP" altLang="en-US" sz="4800" b="1" dirty="0"/>
              <a:t>アプリの概要</a:t>
            </a:r>
            <a:endParaRPr kumimoji="1" lang="ja-JP" altLang="en-US" sz="4800" b="1" dirty="0"/>
          </a:p>
        </p:txBody>
      </p:sp>
      <p:sp>
        <p:nvSpPr>
          <p:cNvPr id="3" name="コンテンツ プレースホルダー 2">
            <a:extLst>
              <a:ext uri="{FF2B5EF4-FFF2-40B4-BE49-F238E27FC236}">
                <a16:creationId xmlns:a16="http://schemas.microsoft.com/office/drawing/2014/main" id="{00A62D2D-DF13-22B4-D801-B17EE97CDD6E}"/>
              </a:ext>
            </a:extLst>
          </p:cNvPr>
          <p:cNvSpPr>
            <a:spLocks noGrp="1"/>
          </p:cNvSpPr>
          <p:nvPr>
            <p:ph idx="1"/>
          </p:nvPr>
        </p:nvSpPr>
        <p:spPr>
          <a:xfrm>
            <a:off x="1066799" y="2103120"/>
            <a:ext cx="10700657" cy="3931920"/>
          </a:xfrm>
        </p:spPr>
        <p:txBody>
          <a:bodyPr/>
          <a:lstStyle/>
          <a:p>
            <a:pPr marL="0" indent="0">
              <a:buNone/>
            </a:pPr>
            <a:r>
              <a:rPr kumimoji="1" lang="ja-JP" altLang="en-US" sz="3600" dirty="0"/>
              <a:t>忘れないように</a:t>
            </a:r>
            <a:r>
              <a:rPr lang="ja-JP" altLang="en-US" sz="3600" dirty="0"/>
              <a:t>大事なことをメモしておけるアプリ</a:t>
            </a:r>
            <a:endParaRPr lang="en-US" altLang="ja-JP" sz="3600" dirty="0"/>
          </a:p>
          <a:p>
            <a:pPr marL="0" indent="0">
              <a:buNone/>
            </a:pPr>
            <a:r>
              <a:rPr lang="ja-JP" altLang="en-US" sz="3600" dirty="0"/>
              <a:t>メモの追加・削除・編集・保存ができる</a:t>
            </a:r>
            <a:r>
              <a:rPr lang="ja-JP" altLang="en-US" dirty="0"/>
              <a:t>。</a:t>
            </a:r>
            <a:endParaRPr kumimoji="1" lang="en-US" altLang="ja-JP" dirty="0"/>
          </a:p>
        </p:txBody>
      </p:sp>
    </p:spTree>
    <p:extLst>
      <p:ext uri="{BB962C8B-B14F-4D97-AF65-F5344CB8AC3E}">
        <p14:creationId xmlns:p14="http://schemas.microsoft.com/office/powerpoint/2010/main" val="1379418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9F6F204D-0621-791F-1FAB-2FA2C0B0C95E}"/>
              </a:ext>
            </a:extLst>
          </p:cNvPr>
          <p:cNvSpPr txBox="1"/>
          <p:nvPr/>
        </p:nvSpPr>
        <p:spPr>
          <a:xfrm>
            <a:off x="1698172" y="1698563"/>
            <a:ext cx="2862944" cy="707886"/>
          </a:xfrm>
          <a:prstGeom prst="rect">
            <a:avLst/>
          </a:prstGeom>
          <a:noFill/>
        </p:spPr>
        <p:txBody>
          <a:bodyPr wrap="square">
            <a:spAutoFit/>
          </a:bodyPr>
          <a:lstStyle/>
          <a:p>
            <a:r>
              <a:rPr kumimoji="1" lang="ja-JP" altLang="en-US" sz="4000" dirty="0"/>
              <a:t>ホーム画面</a:t>
            </a:r>
          </a:p>
        </p:txBody>
      </p:sp>
      <p:sp>
        <p:nvSpPr>
          <p:cNvPr id="7" name="テキスト ボックス 6">
            <a:extLst>
              <a:ext uri="{FF2B5EF4-FFF2-40B4-BE49-F238E27FC236}">
                <a16:creationId xmlns:a16="http://schemas.microsoft.com/office/drawing/2014/main" id="{7419F121-1794-E1B6-8936-227C8543A418}"/>
              </a:ext>
            </a:extLst>
          </p:cNvPr>
          <p:cNvSpPr txBox="1"/>
          <p:nvPr/>
        </p:nvSpPr>
        <p:spPr>
          <a:xfrm>
            <a:off x="6999514" y="1652396"/>
            <a:ext cx="3396344" cy="707886"/>
          </a:xfrm>
          <a:prstGeom prst="rect">
            <a:avLst/>
          </a:prstGeom>
          <a:noFill/>
        </p:spPr>
        <p:txBody>
          <a:bodyPr wrap="square" rtlCol="0">
            <a:spAutoFit/>
          </a:bodyPr>
          <a:lstStyle/>
          <a:p>
            <a:r>
              <a:rPr kumimoji="1" lang="ja-JP" altLang="en-US" sz="4000" dirty="0"/>
              <a:t>　メモ画面</a:t>
            </a:r>
          </a:p>
        </p:txBody>
      </p:sp>
      <p:sp>
        <p:nvSpPr>
          <p:cNvPr id="10" name="四角形: 角を丸くする 9">
            <a:extLst>
              <a:ext uri="{FF2B5EF4-FFF2-40B4-BE49-F238E27FC236}">
                <a16:creationId xmlns:a16="http://schemas.microsoft.com/office/drawing/2014/main" id="{E5B43F95-8C23-CCEB-1C6E-D51C494B0D66}"/>
              </a:ext>
            </a:extLst>
          </p:cNvPr>
          <p:cNvSpPr/>
          <p:nvPr/>
        </p:nvSpPr>
        <p:spPr>
          <a:xfrm>
            <a:off x="7119256" y="1535592"/>
            <a:ext cx="3156859" cy="870857"/>
          </a:xfrm>
          <a:prstGeom prst="round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dirty="0"/>
          </a:p>
        </p:txBody>
      </p:sp>
      <p:sp>
        <p:nvSpPr>
          <p:cNvPr id="11" name="四角形: 角を丸くする 10">
            <a:extLst>
              <a:ext uri="{FF2B5EF4-FFF2-40B4-BE49-F238E27FC236}">
                <a16:creationId xmlns:a16="http://schemas.microsoft.com/office/drawing/2014/main" id="{78C5538D-2BC2-36AC-CD04-9303AADB9C86}"/>
              </a:ext>
            </a:extLst>
          </p:cNvPr>
          <p:cNvSpPr/>
          <p:nvPr/>
        </p:nvSpPr>
        <p:spPr>
          <a:xfrm>
            <a:off x="1649184" y="1570910"/>
            <a:ext cx="2862945" cy="870857"/>
          </a:xfrm>
          <a:prstGeom prst="round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dirty="0"/>
          </a:p>
        </p:txBody>
      </p:sp>
      <p:sp>
        <p:nvSpPr>
          <p:cNvPr id="12" name="テキスト ボックス 11">
            <a:extLst>
              <a:ext uri="{FF2B5EF4-FFF2-40B4-BE49-F238E27FC236}">
                <a16:creationId xmlns:a16="http://schemas.microsoft.com/office/drawing/2014/main" id="{F4FC7763-2B0A-0DF5-14D5-4DD9A9118A7C}"/>
              </a:ext>
            </a:extLst>
          </p:cNvPr>
          <p:cNvSpPr txBox="1"/>
          <p:nvPr/>
        </p:nvSpPr>
        <p:spPr>
          <a:xfrm>
            <a:off x="1567544" y="2767280"/>
            <a:ext cx="3331028" cy="2862322"/>
          </a:xfrm>
          <a:prstGeom prst="rect">
            <a:avLst/>
          </a:prstGeom>
          <a:noFill/>
        </p:spPr>
        <p:txBody>
          <a:bodyPr wrap="square" rtlCol="0">
            <a:spAutoFit/>
          </a:bodyPr>
          <a:lstStyle/>
          <a:p>
            <a:r>
              <a:rPr kumimoji="1" lang="ja-JP" altLang="en-US" sz="2000" dirty="0"/>
              <a:t>・保存したメモを表示する</a:t>
            </a:r>
            <a:endParaRPr kumimoji="1" lang="en-US" altLang="ja-JP" sz="2000" dirty="0"/>
          </a:p>
          <a:p>
            <a:r>
              <a:rPr kumimoji="1" lang="ja-JP" altLang="en-US" sz="2000" dirty="0"/>
              <a:t>・何も保存してない場合は　　</a:t>
            </a:r>
            <a:endParaRPr kumimoji="1" lang="en-US" altLang="ja-JP" sz="2000" dirty="0"/>
          </a:p>
          <a:p>
            <a:r>
              <a:rPr kumimoji="1" lang="ja-JP" altLang="en-US" sz="2000" dirty="0"/>
              <a:t>　保存されているメモは　　　</a:t>
            </a:r>
            <a:endParaRPr kumimoji="1" lang="en-US" altLang="ja-JP" sz="2000" dirty="0"/>
          </a:p>
          <a:p>
            <a:r>
              <a:rPr lang="ja-JP" altLang="en-US" sz="2000" dirty="0"/>
              <a:t>　</a:t>
            </a:r>
            <a:r>
              <a:rPr kumimoji="1" lang="ja-JP" altLang="en-US" sz="2000" dirty="0"/>
              <a:t>ありませんと</a:t>
            </a:r>
            <a:r>
              <a:rPr lang="ja-JP" altLang="en-US" sz="2000" dirty="0"/>
              <a:t>表示される</a:t>
            </a:r>
            <a:endParaRPr lang="en-US" altLang="ja-JP" sz="2000" dirty="0"/>
          </a:p>
          <a:p>
            <a:r>
              <a:rPr kumimoji="1" lang="ja-JP" altLang="en-US" sz="2000" dirty="0"/>
              <a:t>・ロードしても保存した　　</a:t>
            </a:r>
            <a:endParaRPr kumimoji="1" lang="en-US" altLang="ja-JP" sz="2000" dirty="0"/>
          </a:p>
          <a:p>
            <a:r>
              <a:rPr lang="ja-JP" altLang="en-US" sz="2000" dirty="0"/>
              <a:t>　</a:t>
            </a:r>
            <a:r>
              <a:rPr kumimoji="1" lang="ja-JP" altLang="en-US" sz="2000" dirty="0"/>
              <a:t>メモが表示される</a:t>
            </a:r>
            <a:endParaRPr kumimoji="1" lang="en-US" altLang="ja-JP" sz="2000" dirty="0"/>
          </a:p>
          <a:p>
            <a:r>
              <a:rPr lang="ja-JP" altLang="en-US" sz="2000" dirty="0"/>
              <a:t>・右下の＋ボタンを押し</a:t>
            </a:r>
            <a:endParaRPr lang="en-US" altLang="ja-JP" sz="2000" dirty="0"/>
          </a:p>
          <a:p>
            <a:r>
              <a:rPr lang="ja-JP" altLang="en-US" sz="2000" dirty="0"/>
              <a:t>　たらメモ画面に遷移する</a:t>
            </a:r>
            <a:endParaRPr lang="en-US" altLang="ja-JP" sz="2000" dirty="0"/>
          </a:p>
          <a:p>
            <a:endParaRPr kumimoji="1" lang="ja-JP" altLang="en-US" sz="2000" dirty="0"/>
          </a:p>
        </p:txBody>
      </p:sp>
      <p:sp>
        <p:nvSpPr>
          <p:cNvPr id="13" name="テキスト ボックス 12">
            <a:extLst>
              <a:ext uri="{FF2B5EF4-FFF2-40B4-BE49-F238E27FC236}">
                <a16:creationId xmlns:a16="http://schemas.microsoft.com/office/drawing/2014/main" id="{33D25612-DAFC-A913-5720-8F199BD5941D}"/>
              </a:ext>
            </a:extLst>
          </p:cNvPr>
          <p:cNvSpPr txBox="1"/>
          <p:nvPr/>
        </p:nvSpPr>
        <p:spPr>
          <a:xfrm>
            <a:off x="7293429" y="2523253"/>
            <a:ext cx="2786743" cy="1477328"/>
          </a:xfrm>
          <a:prstGeom prst="rect">
            <a:avLst/>
          </a:prstGeom>
          <a:noFill/>
        </p:spPr>
        <p:txBody>
          <a:bodyPr wrap="square" rtlCol="0">
            <a:spAutoFit/>
          </a:bodyPr>
          <a:lstStyle/>
          <a:p>
            <a:r>
              <a:rPr lang="ja-JP" altLang="en-US" dirty="0"/>
              <a:t>・メモの追加、編集、</a:t>
            </a:r>
            <a:endParaRPr lang="en-US" altLang="ja-JP" dirty="0"/>
          </a:p>
          <a:p>
            <a:r>
              <a:rPr lang="ja-JP" altLang="en-US" dirty="0"/>
              <a:t>　削除などが可能</a:t>
            </a:r>
            <a:endParaRPr lang="en-US" altLang="ja-JP" dirty="0"/>
          </a:p>
          <a:p>
            <a:r>
              <a:rPr kumimoji="1" lang="ja-JP" altLang="en-US" dirty="0"/>
              <a:t>・メモ入力後保存ボタン　　　　　</a:t>
            </a:r>
            <a:endParaRPr kumimoji="1" lang="en-US" altLang="ja-JP" dirty="0"/>
          </a:p>
          <a:p>
            <a:r>
              <a:rPr lang="ja-JP" altLang="en-US" dirty="0"/>
              <a:t>　</a:t>
            </a:r>
            <a:r>
              <a:rPr kumimoji="1" lang="ja-JP" altLang="en-US" dirty="0"/>
              <a:t>を押せばホーム画面に</a:t>
            </a:r>
            <a:endParaRPr kumimoji="1" lang="en-US" altLang="ja-JP" dirty="0"/>
          </a:p>
          <a:p>
            <a:r>
              <a:rPr lang="ja-JP" altLang="en-US" dirty="0"/>
              <a:t>　</a:t>
            </a:r>
            <a:r>
              <a:rPr kumimoji="1" lang="ja-JP" altLang="en-US" dirty="0"/>
              <a:t>遷移する</a:t>
            </a:r>
          </a:p>
        </p:txBody>
      </p:sp>
      <p:sp>
        <p:nvSpPr>
          <p:cNvPr id="15" name="テキスト ボックス 14">
            <a:extLst>
              <a:ext uri="{FF2B5EF4-FFF2-40B4-BE49-F238E27FC236}">
                <a16:creationId xmlns:a16="http://schemas.microsoft.com/office/drawing/2014/main" id="{57D3335D-F86F-980A-0724-D66DC3833B5E}"/>
              </a:ext>
            </a:extLst>
          </p:cNvPr>
          <p:cNvSpPr txBox="1"/>
          <p:nvPr/>
        </p:nvSpPr>
        <p:spPr>
          <a:xfrm>
            <a:off x="283029" y="233671"/>
            <a:ext cx="3973285" cy="923330"/>
          </a:xfrm>
          <a:prstGeom prst="rect">
            <a:avLst/>
          </a:prstGeom>
          <a:noFill/>
        </p:spPr>
        <p:txBody>
          <a:bodyPr wrap="square" rtlCol="0">
            <a:spAutoFit/>
          </a:bodyPr>
          <a:lstStyle/>
          <a:p>
            <a:r>
              <a:rPr kumimoji="1" lang="ja-JP" altLang="en-US" sz="5400" b="1" dirty="0"/>
              <a:t>遷移図</a:t>
            </a:r>
          </a:p>
        </p:txBody>
      </p:sp>
      <p:cxnSp>
        <p:nvCxnSpPr>
          <p:cNvPr id="3" name="直線矢印コネクタ 2">
            <a:extLst>
              <a:ext uri="{FF2B5EF4-FFF2-40B4-BE49-F238E27FC236}">
                <a16:creationId xmlns:a16="http://schemas.microsoft.com/office/drawing/2014/main" id="{AA5CA511-43EB-7CA4-EBD0-6B75AB5DA08A}"/>
              </a:ext>
            </a:extLst>
          </p:cNvPr>
          <p:cNvCxnSpPr/>
          <p:nvPr/>
        </p:nvCxnSpPr>
        <p:spPr>
          <a:xfrm>
            <a:off x="4898572" y="1967696"/>
            <a:ext cx="2011514" cy="0"/>
          </a:xfrm>
          <a:prstGeom prst="straightConnector1">
            <a:avLst/>
          </a:prstGeom>
          <a:ln w="762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3225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A976EC-9868-9831-4718-A74696FB4513}"/>
              </a:ext>
            </a:extLst>
          </p:cNvPr>
          <p:cNvSpPr>
            <a:spLocks noGrp="1"/>
          </p:cNvSpPr>
          <p:nvPr>
            <p:ph type="title"/>
          </p:nvPr>
        </p:nvSpPr>
        <p:spPr>
          <a:xfrm>
            <a:off x="4342436" y="2103120"/>
            <a:ext cx="10058400" cy="1371600"/>
          </a:xfrm>
        </p:spPr>
        <p:txBody>
          <a:bodyPr/>
          <a:lstStyle/>
          <a:p>
            <a:r>
              <a:rPr kumimoji="1" lang="ja-JP" altLang="en-US" dirty="0"/>
              <a:t>実機説明</a:t>
            </a:r>
          </a:p>
        </p:txBody>
      </p:sp>
      <p:sp>
        <p:nvSpPr>
          <p:cNvPr id="3" name="コンテンツ プレースホルダー 2">
            <a:extLst>
              <a:ext uri="{FF2B5EF4-FFF2-40B4-BE49-F238E27FC236}">
                <a16:creationId xmlns:a16="http://schemas.microsoft.com/office/drawing/2014/main" id="{33D3D612-4D23-FC9B-0766-AF1C930C047D}"/>
              </a:ext>
            </a:extLst>
          </p:cNvPr>
          <p:cNvSpPr>
            <a:spLocks noGrp="1"/>
          </p:cNvSpPr>
          <p:nvPr>
            <p:ph idx="1"/>
          </p:nvPr>
        </p:nvSpPr>
        <p:spPr/>
        <p:txBody>
          <a:bodyPr/>
          <a:lstStyle/>
          <a:p>
            <a:endParaRPr kumimoji="1" lang="ja-JP" altLang="en-US" dirty="0"/>
          </a:p>
        </p:txBody>
      </p:sp>
    </p:spTree>
    <p:extLst>
      <p:ext uri="{BB962C8B-B14F-4D97-AF65-F5344CB8AC3E}">
        <p14:creationId xmlns:p14="http://schemas.microsoft.com/office/powerpoint/2010/main" val="589771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4A9633-D944-2526-6D2F-4C9FE55CFA92}"/>
              </a:ext>
            </a:extLst>
          </p:cNvPr>
          <p:cNvSpPr>
            <a:spLocks noGrp="1"/>
          </p:cNvSpPr>
          <p:nvPr>
            <p:ph type="title"/>
          </p:nvPr>
        </p:nvSpPr>
        <p:spPr/>
        <p:txBody>
          <a:bodyPr/>
          <a:lstStyle/>
          <a:p>
            <a:r>
              <a:rPr kumimoji="1" lang="ja-JP" altLang="en-US" dirty="0"/>
              <a:t>今後搭載したい機能</a:t>
            </a:r>
          </a:p>
        </p:txBody>
      </p:sp>
      <p:sp>
        <p:nvSpPr>
          <p:cNvPr id="3" name="コンテンツ プレースホルダー 2">
            <a:extLst>
              <a:ext uri="{FF2B5EF4-FFF2-40B4-BE49-F238E27FC236}">
                <a16:creationId xmlns:a16="http://schemas.microsoft.com/office/drawing/2014/main" id="{13E4E330-4DB1-3A4E-3B0B-7B06128643F5}"/>
              </a:ext>
            </a:extLst>
          </p:cNvPr>
          <p:cNvSpPr>
            <a:spLocks noGrp="1"/>
          </p:cNvSpPr>
          <p:nvPr>
            <p:ph idx="1"/>
          </p:nvPr>
        </p:nvSpPr>
        <p:spPr/>
        <p:txBody>
          <a:bodyPr/>
          <a:lstStyle/>
          <a:p>
            <a:r>
              <a:rPr kumimoji="1" lang="ja-JP" altLang="en-US" sz="2800" dirty="0"/>
              <a:t>アプリを落としてもメモが保存される機能</a:t>
            </a:r>
            <a:endParaRPr kumimoji="1" lang="en-US" altLang="ja-JP" sz="2800" dirty="0"/>
          </a:p>
          <a:p>
            <a:r>
              <a:rPr lang="ja-JP" altLang="en-US" sz="2800" dirty="0"/>
              <a:t>重要度が設定できる機能</a:t>
            </a:r>
            <a:endParaRPr lang="en-US" altLang="ja-JP" sz="2800" dirty="0"/>
          </a:p>
          <a:p>
            <a:r>
              <a:rPr lang="ja-JP" altLang="en-US" sz="2800" dirty="0"/>
              <a:t>レイアウトなどを変更できる機能</a:t>
            </a:r>
          </a:p>
          <a:p>
            <a:r>
              <a:rPr lang="en-US" altLang="ja-JP" sz="2800" dirty="0"/>
              <a:t>URL   https://qiita.com/shake12/items/5d5e84c323b4560e8e60</a:t>
            </a:r>
          </a:p>
          <a:p>
            <a:endParaRPr kumimoji="1" lang="ja-JP" altLang="en-US" dirty="0"/>
          </a:p>
        </p:txBody>
      </p:sp>
    </p:spTree>
    <p:extLst>
      <p:ext uri="{BB962C8B-B14F-4D97-AF65-F5344CB8AC3E}">
        <p14:creationId xmlns:p14="http://schemas.microsoft.com/office/powerpoint/2010/main" val="20044026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シャボン">
  <a:themeElements>
    <a:clrScheme name="シャボン">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シャボン">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シャボン">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TM03457510[[fn=シャボン]]</Template>
  <TotalTime>333</TotalTime>
  <Words>197</Words>
  <Application>Microsoft Office PowerPoint</Application>
  <PresentationFormat>ワイド画面</PresentationFormat>
  <Paragraphs>30</Paragraphs>
  <Slides>6</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6</vt:i4>
      </vt:variant>
    </vt:vector>
  </HeadingPairs>
  <TitlesOfParts>
    <vt:vector size="10" baseType="lpstr">
      <vt:lpstr>游ゴシック</vt:lpstr>
      <vt:lpstr>Century Gothic</vt:lpstr>
      <vt:lpstr>Garamond</vt:lpstr>
      <vt:lpstr>シャボン</vt:lpstr>
      <vt:lpstr>    モバイル  メモ帳</vt:lpstr>
      <vt:lpstr>このアプリを作ろうと思った理由</vt:lpstr>
      <vt:lpstr>アプリの概要</vt:lpstr>
      <vt:lpstr>PowerPoint プレゼンテーション</vt:lpstr>
      <vt:lpstr>実機説明</vt:lpstr>
      <vt:lpstr>今後搭載したい機能</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隼翔 本田</dc:creator>
  <cp:lastModifiedBy>隼翔 本田</cp:lastModifiedBy>
  <cp:revision>16</cp:revision>
  <dcterms:created xsi:type="dcterms:W3CDTF">2025-12-02T05:39:17Z</dcterms:created>
  <dcterms:modified xsi:type="dcterms:W3CDTF">2026-05-13T04:33:31Z</dcterms:modified>
</cp:coreProperties>
</file>