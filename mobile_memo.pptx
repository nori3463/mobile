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6" r:id="rId2"/>
    <p:sldId id="264" r:id="rId3"/>
    <p:sldId id="259" r:id="rId4"/>
    <p:sldId id="257" r:id="rId5"/>
    <p:sldId id="258" r:id="rId6"/>
    <p:sldId id="260" r:id="rId7"/>
    <p:sldId id="262" r:id="rId8"/>
    <p:sldId id="261"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20" autoAdjust="0"/>
    <p:restoredTop sz="94660"/>
  </p:normalViewPr>
  <p:slideViewPr>
    <p:cSldViewPr snapToGrid="0">
      <p:cViewPr varScale="1">
        <p:scale>
          <a:sx n="59" d="100"/>
          <a:sy n="59" d="100"/>
        </p:scale>
        <p:origin x="11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D0E49-C193-4C2B-8B4C-53762FE16E91}" type="datetimeFigureOut">
              <a:rPr kumimoji="1" lang="ja-JP" altLang="en-US" smtClean="0"/>
              <a:t>2026/7/15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0E447-F542-4B36-B7DD-E183A58D884C}" type="slidenum">
              <a:rPr kumimoji="1" lang="ja-JP" altLang="en-US" smtClean="0"/>
              <a:t>‹#›</a:t>
            </a:fld>
            <a:endParaRPr kumimoji="1" lang="ja-JP" altLang="en-US"/>
          </a:p>
        </p:txBody>
      </p:sp>
    </p:spTree>
    <p:extLst>
      <p:ext uri="{BB962C8B-B14F-4D97-AF65-F5344CB8AC3E}">
        <p14:creationId xmlns:p14="http://schemas.microsoft.com/office/powerpoint/2010/main" val="479021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250E447-F542-4B36-B7DD-E183A58D884C}" type="slidenum">
              <a:rPr kumimoji="1" lang="ja-JP" altLang="en-US" smtClean="0"/>
              <a:t>1</a:t>
            </a:fld>
            <a:endParaRPr kumimoji="1" lang="ja-JP" altLang="en-US"/>
          </a:p>
        </p:txBody>
      </p:sp>
    </p:spTree>
    <p:extLst>
      <p:ext uri="{BB962C8B-B14F-4D97-AF65-F5344CB8AC3E}">
        <p14:creationId xmlns:p14="http://schemas.microsoft.com/office/powerpoint/2010/main" val="4008705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現在はアプリを落としたら保存されているメモはすべて消えてしますが、今後は再起動しても前回までに保存したメモが表示されるようにしたい</a:t>
            </a:r>
            <a:endParaRPr kumimoji="1" lang="en-US" altLang="ja-JP" dirty="0"/>
          </a:p>
          <a:p>
            <a:r>
              <a:rPr kumimoji="1" lang="ja-JP" altLang="en-US" dirty="0"/>
              <a:t>今回メモ帳を作成するにあたってはこの</a:t>
            </a:r>
            <a:r>
              <a:rPr kumimoji="1" lang="en-US" altLang="ja-JP" dirty="0"/>
              <a:t>URL</a:t>
            </a:r>
            <a:r>
              <a:rPr kumimoji="1" lang="ja-JP" altLang="en-US" dirty="0"/>
              <a:t>の内容を参考にしました。</a:t>
            </a:r>
          </a:p>
        </p:txBody>
      </p:sp>
      <p:sp>
        <p:nvSpPr>
          <p:cNvPr id="4" name="スライド番号プレースホルダー 3"/>
          <p:cNvSpPr>
            <a:spLocks noGrp="1"/>
          </p:cNvSpPr>
          <p:nvPr>
            <p:ph type="sldNum" sz="quarter" idx="5"/>
          </p:nvPr>
        </p:nvSpPr>
        <p:spPr/>
        <p:txBody>
          <a:bodyPr/>
          <a:lstStyle/>
          <a:p>
            <a:fld id="{7250E447-F542-4B36-B7DD-E183A58D884C}" type="slidenum">
              <a:rPr kumimoji="1" lang="ja-JP" altLang="en-US" smtClean="0"/>
              <a:t>8</a:t>
            </a:fld>
            <a:endParaRPr kumimoji="1" lang="ja-JP" altLang="en-US"/>
          </a:p>
        </p:txBody>
      </p:sp>
    </p:spTree>
    <p:extLst>
      <p:ext uri="{BB962C8B-B14F-4D97-AF65-F5344CB8AC3E}">
        <p14:creationId xmlns:p14="http://schemas.microsoft.com/office/powerpoint/2010/main" val="3306832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8E435B7-E62C-44EE-A4AD-7C3BB417768E}" type="datetimeFigureOut">
              <a:rPr kumimoji="1" lang="ja-JP" altLang="en-US" smtClean="0"/>
              <a:t>2026/7/15</a:t>
            </a:fld>
            <a:endParaRPr kumimoji="1" lang="ja-JP" alt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kumimoji="1" lang="ja-JP" alt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0382968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78207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28E435B7-E62C-44EE-A4AD-7C3BB417768E}" type="datetimeFigureOut">
              <a:rPr kumimoji="1" lang="ja-JP" altLang="en-US" smtClean="0"/>
              <a:t>2026/7/15</a:t>
            </a:fld>
            <a:endParaRPr kumimoji="1" lang="ja-JP" alt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kumimoji="1" lang="ja-JP" altLang="en-US"/>
          </a:p>
        </p:txBody>
      </p:sp>
      <p:sp>
        <p:nvSpPr>
          <p:cNvPr id="6" name="Slide Number Placeholder 5"/>
          <p:cNvSpPr>
            <a:spLocks noGrp="1"/>
          </p:cNvSpPr>
          <p:nvPr>
            <p:ph type="sldNum" sz="quarter" idx="12"/>
          </p:nvPr>
        </p:nvSpPr>
        <p:spPr>
          <a:xfrm>
            <a:off x="8604504" y="5211060"/>
            <a:ext cx="2112264" cy="228600"/>
          </a:xfrm>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8020354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91931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725730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1367702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375360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8" name="Date Placeholder 7"/>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9" name="Footer Placeholder 8"/>
          <p:cNvSpPr>
            <a:spLocks noGrp="1"/>
          </p:cNvSpPr>
          <p:nvPr>
            <p:ph type="ftr" sz="quarter" idx="11"/>
          </p:nvPr>
        </p:nvSpPr>
        <p:spPr/>
        <p:txBody>
          <a:bodyPr/>
          <a:lstStyle>
            <a:lvl1pPr algn="r">
              <a:defRPr/>
            </a:lvl1pPr>
          </a:lstStyle>
          <a:p>
            <a:endParaRPr kumimoji="1" lang="ja-JP" alt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0F99BE0-6B75-4FA9-BBD0-8F496F8B693F}" type="slidenum">
              <a:rPr kumimoji="1" lang="ja-JP" altLang="en-US" smtClean="0"/>
              <a:t>‹#›</a:t>
            </a:fld>
            <a:endParaRPr kumimoji="1" lang="ja-JP" alt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615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28E435B7-E62C-44EE-A4AD-7C3BB417768E}" type="datetimeFigureOut">
              <a:rPr kumimoji="1" lang="ja-JP" altLang="en-US" smtClean="0"/>
              <a:t>2026/7/15</a:t>
            </a:fld>
            <a:endParaRPr kumimoji="1" lang="ja-JP" alt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kumimoji="1" lang="ja-JP" alt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0F99BE0-6B75-4FA9-BBD0-8F496F8B693F}" type="slidenum">
              <a:rPr kumimoji="1" lang="ja-JP" altLang="en-US" smtClean="0"/>
              <a:t>‹#›</a:t>
            </a:fld>
            <a:endParaRPr kumimoji="1" lang="ja-JP" alt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8962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032671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8E435B7-E62C-44EE-A4AD-7C3BB417768E}" type="datetimeFigureOut">
              <a:rPr kumimoji="1" lang="ja-JP" altLang="en-US" smtClean="0"/>
              <a:t>2026/7/15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1608966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8E435B7-E62C-44EE-A4AD-7C3BB417768E}" type="datetimeFigureOut">
              <a:rPr kumimoji="1" lang="ja-JP" altLang="en-US" smtClean="0"/>
              <a:t>2026/7/15</a:t>
            </a:fld>
            <a:endParaRPr kumimoji="1" lang="ja-JP" alt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kumimoji="1" lang="ja-JP" alt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4239615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kumimoji="1"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6C2D14-2418-DDA2-2364-D6F2CA146365}"/>
              </a:ext>
            </a:extLst>
          </p:cNvPr>
          <p:cNvSpPr>
            <a:spLocks noGrp="1"/>
          </p:cNvSpPr>
          <p:nvPr>
            <p:ph type="ctrTitle"/>
          </p:nvPr>
        </p:nvSpPr>
        <p:spPr>
          <a:xfrm>
            <a:off x="1561707" y="523721"/>
            <a:ext cx="9068586" cy="2590800"/>
          </a:xfrm>
        </p:spPr>
        <p:txBody>
          <a:bodyPr>
            <a:normAutofit fontScale="90000"/>
          </a:bodyPr>
          <a:lstStyle/>
          <a:p>
            <a:br>
              <a:rPr lang="en-US" altLang="ja-JP" dirty="0"/>
            </a:br>
            <a:br>
              <a:rPr lang="en-US" altLang="ja-JP" dirty="0"/>
            </a:br>
            <a:br>
              <a:rPr lang="en-US" altLang="ja-JP" dirty="0"/>
            </a:br>
            <a:br>
              <a:rPr lang="en-US" altLang="ja-JP" dirty="0"/>
            </a:br>
            <a:r>
              <a:rPr lang="ja-JP" altLang="en-US" sz="9800" b="1" dirty="0"/>
              <a:t>メモ</a:t>
            </a:r>
            <a:endParaRPr kumimoji="1" lang="ja-JP" altLang="en-US" sz="9800" b="1" dirty="0"/>
          </a:p>
        </p:txBody>
      </p:sp>
      <p:sp>
        <p:nvSpPr>
          <p:cNvPr id="3" name="字幕 2">
            <a:extLst>
              <a:ext uri="{FF2B5EF4-FFF2-40B4-BE49-F238E27FC236}">
                <a16:creationId xmlns:a16="http://schemas.microsoft.com/office/drawing/2014/main" id="{F04F82A6-5B4D-9570-1123-7A45BAB2EF22}"/>
              </a:ext>
            </a:extLst>
          </p:cNvPr>
          <p:cNvSpPr>
            <a:spLocks noGrp="1"/>
          </p:cNvSpPr>
          <p:nvPr>
            <p:ph type="subTitle" idx="1"/>
          </p:nvPr>
        </p:nvSpPr>
        <p:spPr>
          <a:xfrm>
            <a:off x="5083629" y="4787375"/>
            <a:ext cx="9144000" cy="1655762"/>
          </a:xfrm>
        </p:spPr>
        <p:txBody>
          <a:bodyPr>
            <a:normAutofit/>
          </a:bodyPr>
          <a:lstStyle/>
          <a:p>
            <a:r>
              <a:rPr kumimoji="1" lang="ja-JP" altLang="en-US" sz="3200" dirty="0"/>
              <a:t>本田 隼翔</a:t>
            </a:r>
          </a:p>
        </p:txBody>
      </p:sp>
    </p:spTree>
    <p:extLst>
      <p:ext uri="{BB962C8B-B14F-4D97-AF65-F5344CB8AC3E}">
        <p14:creationId xmlns:p14="http://schemas.microsoft.com/office/powerpoint/2010/main" val="287048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76FDE0-D657-35C2-0E84-D9EE08EB412F}"/>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53FD43E5-C9A3-B922-E1A6-04979195F5DF}"/>
              </a:ext>
            </a:extLst>
          </p:cNvPr>
          <p:cNvSpPr>
            <a:spLocks noGrp="1"/>
          </p:cNvSpPr>
          <p:nvPr>
            <p:ph idx="1"/>
          </p:nvPr>
        </p:nvSpPr>
        <p:spPr/>
        <p:txBody>
          <a:bodyPr/>
          <a:lstStyle/>
          <a:p>
            <a:r>
              <a:rPr kumimoji="1" lang="ja-JP" altLang="en-US" sz="3600" dirty="0"/>
              <a:t>作ろうと思った理由</a:t>
            </a:r>
            <a:endParaRPr kumimoji="1" lang="en-US" altLang="ja-JP" sz="3600" dirty="0"/>
          </a:p>
          <a:p>
            <a:r>
              <a:rPr lang="ja-JP" altLang="en-US" sz="3600" dirty="0"/>
              <a:t>アプリの概要</a:t>
            </a:r>
            <a:endParaRPr lang="en-US" altLang="ja-JP" sz="3600" dirty="0"/>
          </a:p>
          <a:p>
            <a:r>
              <a:rPr lang="ja-JP" altLang="en-US" sz="3600" dirty="0"/>
              <a:t>遷移図</a:t>
            </a:r>
            <a:endParaRPr lang="en-US" altLang="ja-JP" sz="3600" dirty="0"/>
          </a:p>
          <a:p>
            <a:r>
              <a:rPr lang="en-US" altLang="ja-JP" sz="3600" dirty="0"/>
              <a:t>AI</a:t>
            </a:r>
            <a:r>
              <a:rPr lang="ja-JP" altLang="en-US" sz="3600" dirty="0"/>
              <a:t>を使用した箇所</a:t>
            </a:r>
            <a:endParaRPr lang="en-US" altLang="ja-JP" sz="3600" dirty="0"/>
          </a:p>
          <a:p>
            <a:r>
              <a:rPr lang="ja-JP" altLang="en-US" sz="3600" dirty="0"/>
              <a:t>今後搭載したい機能</a:t>
            </a:r>
            <a:endParaRPr lang="en-US" altLang="ja-JP" sz="3600" dirty="0"/>
          </a:p>
          <a:p>
            <a:endParaRPr lang="en-US" altLang="ja-JP" dirty="0"/>
          </a:p>
          <a:p>
            <a:endParaRPr kumimoji="1" lang="ja-JP" altLang="en-US" dirty="0"/>
          </a:p>
        </p:txBody>
      </p:sp>
    </p:spTree>
    <p:extLst>
      <p:ext uri="{BB962C8B-B14F-4D97-AF65-F5344CB8AC3E}">
        <p14:creationId xmlns:p14="http://schemas.microsoft.com/office/powerpoint/2010/main" val="743306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F3D07D-1292-BB36-83D4-A9F5243E94BA}"/>
              </a:ext>
            </a:extLst>
          </p:cNvPr>
          <p:cNvSpPr>
            <a:spLocks noGrp="1"/>
          </p:cNvSpPr>
          <p:nvPr>
            <p:ph type="title"/>
          </p:nvPr>
        </p:nvSpPr>
        <p:spPr>
          <a:xfrm>
            <a:off x="141514" y="0"/>
            <a:ext cx="10058400" cy="1371600"/>
          </a:xfrm>
        </p:spPr>
        <p:txBody>
          <a:bodyPr/>
          <a:lstStyle/>
          <a:p>
            <a:r>
              <a:rPr kumimoji="1" lang="ja-JP" altLang="en-US" b="1" dirty="0"/>
              <a:t>このアプリを作ろうと思った理由</a:t>
            </a:r>
          </a:p>
        </p:txBody>
      </p:sp>
      <p:sp>
        <p:nvSpPr>
          <p:cNvPr id="3" name="コンテンツ プレースホルダー 2">
            <a:extLst>
              <a:ext uri="{FF2B5EF4-FFF2-40B4-BE49-F238E27FC236}">
                <a16:creationId xmlns:a16="http://schemas.microsoft.com/office/drawing/2014/main" id="{68E14351-FC37-EE9F-DA4D-72D77B356304}"/>
              </a:ext>
            </a:extLst>
          </p:cNvPr>
          <p:cNvSpPr>
            <a:spLocks noGrp="1"/>
          </p:cNvSpPr>
          <p:nvPr>
            <p:ph idx="1"/>
          </p:nvPr>
        </p:nvSpPr>
        <p:spPr/>
        <p:txBody>
          <a:bodyPr>
            <a:normAutofit/>
          </a:bodyPr>
          <a:lstStyle/>
          <a:p>
            <a:r>
              <a:rPr kumimoji="1" lang="ja-JP" altLang="en-US" sz="3600" dirty="0"/>
              <a:t>物事や大切なこと、言われたことを忘れる自分に必要なものと考えたときにメモに残せばもし忘れても見返せるからよくないか？と思い作成に</a:t>
            </a:r>
            <a:r>
              <a:rPr lang="ja-JP" altLang="en-US" sz="3600" dirty="0"/>
              <a:t>至りました。</a:t>
            </a:r>
            <a:endParaRPr kumimoji="1" lang="ja-JP" altLang="en-US" sz="3600" dirty="0"/>
          </a:p>
        </p:txBody>
      </p:sp>
    </p:spTree>
    <p:extLst>
      <p:ext uri="{BB962C8B-B14F-4D97-AF65-F5344CB8AC3E}">
        <p14:creationId xmlns:p14="http://schemas.microsoft.com/office/powerpoint/2010/main" val="3512918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CE247-F748-D24F-223F-369E593FC875}"/>
              </a:ext>
            </a:extLst>
          </p:cNvPr>
          <p:cNvSpPr>
            <a:spLocks noGrp="1"/>
          </p:cNvSpPr>
          <p:nvPr>
            <p:ph type="title"/>
          </p:nvPr>
        </p:nvSpPr>
        <p:spPr>
          <a:xfrm>
            <a:off x="239486" y="0"/>
            <a:ext cx="10058400" cy="1371600"/>
          </a:xfrm>
        </p:spPr>
        <p:txBody>
          <a:bodyPr>
            <a:normAutofit/>
          </a:bodyPr>
          <a:lstStyle/>
          <a:p>
            <a:r>
              <a:rPr lang="ja-JP" altLang="en-US" sz="4800" b="1" dirty="0"/>
              <a:t>アプリの概要</a:t>
            </a:r>
            <a:endParaRPr kumimoji="1" lang="ja-JP" altLang="en-US" sz="4800" b="1" dirty="0"/>
          </a:p>
        </p:txBody>
      </p:sp>
      <p:sp>
        <p:nvSpPr>
          <p:cNvPr id="3" name="コンテンツ プレースホルダー 2">
            <a:extLst>
              <a:ext uri="{FF2B5EF4-FFF2-40B4-BE49-F238E27FC236}">
                <a16:creationId xmlns:a16="http://schemas.microsoft.com/office/drawing/2014/main" id="{00A62D2D-DF13-22B4-D801-B17EE97CDD6E}"/>
              </a:ext>
            </a:extLst>
          </p:cNvPr>
          <p:cNvSpPr>
            <a:spLocks noGrp="1"/>
          </p:cNvSpPr>
          <p:nvPr>
            <p:ph idx="1"/>
          </p:nvPr>
        </p:nvSpPr>
        <p:spPr>
          <a:xfrm>
            <a:off x="1066799" y="2103120"/>
            <a:ext cx="10700657" cy="3931920"/>
          </a:xfrm>
        </p:spPr>
        <p:txBody>
          <a:bodyPr/>
          <a:lstStyle/>
          <a:p>
            <a:pPr marL="0" indent="0" algn="ctr">
              <a:buNone/>
            </a:pPr>
            <a:r>
              <a:rPr kumimoji="1" lang="ja-JP" altLang="en-US" sz="3600" dirty="0"/>
              <a:t>予定や今後の行事などを</a:t>
            </a:r>
            <a:endParaRPr kumimoji="1" lang="en-US" altLang="ja-JP" sz="3600" dirty="0"/>
          </a:p>
          <a:p>
            <a:pPr marL="0" indent="0" algn="ctr">
              <a:buNone/>
            </a:pPr>
            <a:r>
              <a:rPr lang="ja-JP" altLang="en-US" sz="3600" dirty="0"/>
              <a:t>メモしておけるアプリ</a:t>
            </a:r>
            <a:endParaRPr lang="en-US" altLang="ja-JP" sz="3600" dirty="0"/>
          </a:p>
          <a:p>
            <a:pPr marL="0" indent="0" algn="ctr">
              <a:buNone/>
            </a:pPr>
            <a:r>
              <a:rPr lang="ja-JP" altLang="en-US" sz="3600" dirty="0"/>
              <a:t>メモの追加・削除・編集・保存ができる</a:t>
            </a:r>
            <a:r>
              <a:rPr lang="ja-JP" altLang="en-US" dirty="0"/>
              <a:t>。</a:t>
            </a:r>
            <a:endParaRPr kumimoji="1" lang="en-US" altLang="ja-JP" dirty="0"/>
          </a:p>
        </p:txBody>
      </p:sp>
      <p:pic>
        <p:nvPicPr>
          <p:cNvPr id="5" name="図 4">
            <a:extLst>
              <a:ext uri="{FF2B5EF4-FFF2-40B4-BE49-F238E27FC236}">
                <a16:creationId xmlns:a16="http://schemas.microsoft.com/office/drawing/2014/main" id="{D7C03050-E6A4-43D0-3BCB-4487B149C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658" y="3788229"/>
            <a:ext cx="3189514" cy="3189514"/>
          </a:xfrm>
          <a:prstGeom prst="rect">
            <a:avLst/>
          </a:prstGeom>
        </p:spPr>
      </p:pic>
    </p:spTree>
    <p:extLst>
      <p:ext uri="{BB962C8B-B14F-4D97-AF65-F5344CB8AC3E}">
        <p14:creationId xmlns:p14="http://schemas.microsoft.com/office/powerpoint/2010/main" val="137941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9F6F204D-0621-791F-1FAB-2FA2C0B0C95E}"/>
              </a:ext>
            </a:extLst>
          </p:cNvPr>
          <p:cNvSpPr txBox="1"/>
          <p:nvPr/>
        </p:nvSpPr>
        <p:spPr>
          <a:xfrm>
            <a:off x="1698172" y="1698563"/>
            <a:ext cx="2862944" cy="707886"/>
          </a:xfrm>
          <a:prstGeom prst="rect">
            <a:avLst/>
          </a:prstGeom>
          <a:noFill/>
        </p:spPr>
        <p:txBody>
          <a:bodyPr wrap="square">
            <a:spAutoFit/>
          </a:bodyPr>
          <a:lstStyle/>
          <a:p>
            <a:r>
              <a:rPr kumimoji="1" lang="ja-JP" altLang="en-US" sz="4000" dirty="0"/>
              <a:t>ホーム画面</a:t>
            </a:r>
          </a:p>
        </p:txBody>
      </p:sp>
      <p:sp>
        <p:nvSpPr>
          <p:cNvPr id="7" name="テキスト ボックス 6">
            <a:extLst>
              <a:ext uri="{FF2B5EF4-FFF2-40B4-BE49-F238E27FC236}">
                <a16:creationId xmlns:a16="http://schemas.microsoft.com/office/drawing/2014/main" id="{7419F121-1794-E1B6-8936-227C8543A418}"/>
              </a:ext>
            </a:extLst>
          </p:cNvPr>
          <p:cNvSpPr txBox="1"/>
          <p:nvPr/>
        </p:nvSpPr>
        <p:spPr>
          <a:xfrm>
            <a:off x="6999514" y="1652396"/>
            <a:ext cx="3396344" cy="707886"/>
          </a:xfrm>
          <a:prstGeom prst="rect">
            <a:avLst/>
          </a:prstGeom>
          <a:noFill/>
        </p:spPr>
        <p:txBody>
          <a:bodyPr wrap="square" rtlCol="0">
            <a:spAutoFit/>
          </a:bodyPr>
          <a:lstStyle/>
          <a:p>
            <a:r>
              <a:rPr kumimoji="1" lang="ja-JP" altLang="en-US" sz="4000" dirty="0"/>
              <a:t>　メモ画面</a:t>
            </a:r>
          </a:p>
        </p:txBody>
      </p:sp>
      <p:sp>
        <p:nvSpPr>
          <p:cNvPr id="10" name="四角形: 角を丸くする 9">
            <a:extLst>
              <a:ext uri="{FF2B5EF4-FFF2-40B4-BE49-F238E27FC236}">
                <a16:creationId xmlns:a16="http://schemas.microsoft.com/office/drawing/2014/main" id="{E5B43F95-8C23-CCEB-1C6E-D51C494B0D66}"/>
              </a:ext>
            </a:extLst>
          </p:cNvPr>
          <p:cNvSpPr/>
          <p:nvPr/>
        </p:nvSpPr>
        <p:spPr>
          <a:xfrm>
            <a:off x="7119256" y="1535592"/>
            <a:ext cx="3156859" cy="870857"/>
          </a:xfrm>
          <a:prstGeom prst="round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1" name="四角形: 角を丸くする 10">
            <a:extLst>
              <a:ext uri="{FF2B5EF4-FFF2-40B4-BE49-F238E27FC236}">
                <a16:creationId xmlns:a16="http://schemas.microsoft.com/office/drawing/2014/main" id="{78C5538D-2BC2-36AC-CD04-9303AADB9C86}"/>
              </a:ext>
            </a:extLst>
          </p:cNvPr>
          <p:cNvSpPr/>
          <p:nvPr/>
        </p:nvSpPr>
        <p:spPr>
          <a:xfrm>
            <a:off x="1649184" y="1570910"/>
            <a:ext cx="2862945" cy="870857"/>
          </a:xfrm>
          <a:prstGeom prst="round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F4FC7763-2B0A-0DF5-14D5-4DD9A9118A7C}"/>
              </a:ext>
            </a:extLst>
          </p:cNvPr>
          <p:cNvSpPr txBox="1"/>
          <p:nvPr/>
        </p:nvSpPr>
        <p:spPr>
          <a:xfrm>
            <a:off x="1567544" y="2767280"/>
            <a:ext cx="3331028" cy="2862322"/>
          </a:xfrm>
          <a:prstGeom prst="rect">
            <a:avLst/>
          </a:prstGeom>
          <a:noFill/>
        </p:spPr>
        <p:txBody>
          <a:bodyPr wrap="square" rtlCol="0">
            <a:spAutoFit/>
          </a:bodyPr>
          <a:lstStyle/>
          <a:p>
            <a:r>
              <a:rPr kumimoji="1" lang="ja-JP" altLang="en-US" sz="2000" dirty="0"/>
              <a:t>・保存したメモを表示する</a:t>
            </a:r>
            <a:endParaRPr kumimoji="1" lang="en-US" altLang="ja-JP" sz="2000" dirty="0"/>
          </a:p>
          <a:p>
            <a:r>
              <a:rPr kumimoji="1" lang="ja-JP" altLang="en-US" sz="2000" dirty="0"/>
              <a:t>・何も保存してない場合は　　</a:t>
            </a:r>
            <a:endParaRPr kumimoji="1" lang="en-US" altLang="ja-JP" sz="2000" dirty="0"/>
          </a:p>
          <a:p>
            <a:r>
              <a:rPr kumimoji="1" lang="ja-JP" altLang="en-US" sz="2000" dirty="0"/>
              <a:t>　保存されているメモは　　　</a:t>
            </a:r>
            <a:endParaRPr kumimoji="1" lang="en-US" altLang="ja-JP" sz="2000" dirty="0"/>
          </a:p>
          <a:p>
            <a:r>
              <a:rPr lang="ja-JP" altLang="en-US" sz="2000" dirty="0"/>
              <a:t>　</a:t>
            </a:r>
            <a:r>
              <a:rPr kumimoji="1" lang="ja-JP" altLang="en-US" sz="2000" dirty="0"/>
              <a:t>ありませんと</a:t>
            </a:r>
            <a:r>
              <a:rPr lang="ja-JP" altLang="en-US" sz="2000" dirty="0"/>
              <a:t>表示される</a:t>
            </a:r>
            <a:endParaRPr lang="en-US" altLang="ja-JP" sz="2000" dirty="0"/>
          </a:p>
          <a:p>
            <a:r>
              <a:rPr kumimoji="1" lang="ja-JP" altLang="en-US" sz="2000" dirty="0"/>
              <a:t>・リロールしても保存した　　</a:t>
            </a:r>
            <a:endParaRPr kumimoji="1" lang="en-US" altLang="ja-JP" sz="2000" dirty="0"/>
          </a:p>
          <a:p>
            <a:r>
              <a:rPr lang="ja-JP" altLang="en-US" sz="2000" dirty="0"/>
              <a:t>　</a:t>
            </a:r>
            <a:r>
              <a:rPr kumimoji="1" lang="ja-JP" altLang="en-US" sz="2000" dirty="0"/>
              <a:t>メモが表示される</a:t>
            </a:r>
            <a:endParaRPr kumimoji="1" lang="en-US" altLang="ja-JP" sz="2000" dirty="0"/>
          </a:p>
          <a:p>
            <a:r>
              <a:rPr lang="ja-JP" altLang="en-US" sz="2000" dirty="0"/>
              <a:t>・右下の＋ボタンを押し</a:t>
            </a:r>
            <a:endParaRPr lang="en-US" altLang="ja-JP" sz="2000" dirty="0"/>
          </a:p>
          <a:p>
            <a:r>
              <a:rPr lang="ja-JP" altLang="en-US" sz="2000" dirty="0"/>
              <a:t>　たらメモ画面に遷移する</a:t>
            </a:r>
            <a:endParaRPr lang="en-US" altLang="ja-JP" sz="2000" dirty="0"/>
          </a:p>
          <a:p>
            <a:endParaRPr kumimoji="1" lang="ja-JP" altLang="en-US" sz="2000" dirty="0"/>
          </a:p>
        </p:txBody>
      </p:sp>
      <p:sp>
        <p:nvSpPr>
          <p:cNvPr id="13" name="テキスト ボックス 12">
            <a:extLst>
              <a:ext uri="{FF2B5EF4-FFF2-40B4-BE49-F238E27FC236}">
                <a16:creationId xmlns:a16="http://schemas.microsoft.com/office/drawing/2014/main" id="{33D25612-DAFC-A913-5720-8F199BD5941D}"/>
              </a:ext>
            </a:extLst>
          </p:cNvPr>
          <p:cNvSpPr txBox="1"/>
          <p:nvPr/>
        </p:nvSpPr>
        <p:spPr>
          <a:xfrm>
            <a:off x="7293429" y="2523253"/>
            <a:ext cx="2786743" cy="1477328"/>
          </a:xfrm>
          <a:prstGeom prst="rect">
            <a:avLst/>
          </a:prstGeom>
          <a:noFill/>
        </p:spPr>
        <p:txBody>
          <a:bodyPr wrap="square" rtlCol="0">
            <a:spAutoFit/>
          </a:bodyPr>
          <a:lstStyle/>
          <a:p>
            <a:r>
              <a:rPr lang="ja-JP" altLang="en-US" dirty="0"/>
              <a:t>・メモの追加、編集、</a:t>
            </a:r>
            <a:endParaRPr lang="en-US" altLang="ja-JP" dirty="0"/>
          </a:p>
          <a:p>
            <a:r>
              <a:rPr lang="ja-JP" altLang="en-US" dirty="0"/>
              <a:t>　削除などが可能</a:t>
            </a:r>
            <a:endParaRPr lang="en-US" altLang="ja-JP" dirty="0"/>
          </a:p>
          <a:p>
            <a:r>
              <a:rPr kumimoji="1" lang="ja-JP" altLang="en-US" dirty="0"/>
              <a:t>・メモ入力後保存ボタン　　　　　</a:t>
            </a:r>
            <a:endParaRPr kumimoji="1" lang="en-US" altLang="ja-JP" dirty="0"/>
          </a:p>
          <a:p>
            <a:r>
              <a:rPr lang="ja-JP" altLang="en-US" dirty="0"/>
              <a:t>　</a:t>
            </a:r>
            <a:r>
              <a:rPr kumimoji="1" lang="ja-JP" altLang="en-US" dirty="0"/>
              <a:t>を押せばホーム画面に</a:t>
            </a:r>
            <a:endParaRPr kumimoji="1" lang="en-US" altLang="ja-JP" dirty="0"/>
          </a:p>
          <a:p>
            <a:r>
              <a:rPr lang="ja-JP" altLang="en-US" dirty="0"/>
              <a:t>　</a:t>
            </a:r>
            <a:r>
              <a:rPr kumimoji="1" lang="ja-JP" altLang="en-US" dirty="0"/>
              <a:t>遷移する</a:t>
            </a:r>
          </a:p>
        </p:txBody>
      </p:sp>
      <p:sp>
        <p:nvSpPr>
          <p:cNvPr id="15" name="テキスト ボックス 14">
            <a:extLst>
              <a:ext uri="{FF2B5EF4-FFF2-40B4-BE49-F238E27FC236}">
                <a16:creationId xmlns:a16="http://schemas.microsoft.com/office/drawing/2014/main" id="{57D3335D-F86F-980A-0724-D66DC3833B5E}"/>
              </a:ext>
            </a:extLst>
          </p:cNvPr>
          <p:cNvSpPr txBox="1"/>
          <p:nvPr/>
        </p:nvSpPr>
        <p:spPr>
          <a:xfrm>
            <a:off x="283029" y="233671"/>
            <a:ext cx="3973285" cy="923330"/>
          </a:xfrm>
          <a:prstGeom prst="rect">
            <a:avLst/>
          </a:prstGeom>
          <a:noFill/>
        </p:spPr>
        <p:txBody>
          <a:bodyPr wrap="square" rtlCol="0">
            <a:spAutoFit/>
          </a:bodyPr>
          <a:lstStyle/>
          <a:p>
            <a:r>
              <a:rPr kumimoji="1" lang="ja-JP" altLang="en-US" sz="5400" b="1" dirty="0"/>
              <a:t>遷移図</a:t>
            </a:r>
          </a:p>
        </p:txBody>
      </p:sp>
      <p:cxnSp>
        <p:nvCxnSpPr>
          <p:cNvPr id="3" name="直線矢印コネクタ 2">
            <a:extLst>
              <a:ext uri="{FF2B5EF4-FFF2-40B4-BE49-F238E27FC236}">
                <a16:creationId xmlns:a16="http://schemas.microsoft.com/office/drawing/2014/main" id="{AA5CA511-43EB-7CA4-EBD0-6B75AB5DA08A}"/>
              </a:ext>
            </a:extLst>
          </p:cNvPr>
          <p:cNvCxnSpPr/>
          <p:nvPr/>
        </p:nvCxnSpPr>
        <p:spPr>
          <a:xfrm>
            <a:off x="4898572" y="1967696"/>
            <a:ext cx="2011514" cy="0"/>
          </a:xfrm>
          <a:prstGeom prst="straightConnector1">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225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976EC-9868-9831-4718-A74696FB4513}"/>
              </a:ext>
            </a:extLst>
          </p:cNvPr>
          <p:cNvSpPr>
            <a:spLocks noGrp="1"/>
          </p:cNvSpPr>
          <p:nvPr>
            <p:ph type="title"/>
          </p:nvPr>
        </p:nvSpPr>
        <p:spPr>
          <a:xfrm>
            <a:off x="4288007" y="2743200"/>
            <a:ext cx="10058400" cy="1371600"/>
          </a:xfrm>
        </p:spPr>
        <p:txBody>
          <a:bodyPr/>
          <a:lstStyle/>
          <a:p>
            <a:r>
              <a:rPr kumimoji="1" lang="ja-JP" altLang="en-US" dirty="0"/>
              <a:t>実機説明</a:t>
            </a:r>
          </a:p>
        </p:txBody>
      </p:sp>
    </p:spTree>
    <p:extLst>
      <p:ext uri="{BB962C8B-B14F-4D97-AF65-F5344CB8AC3E}">
        <p14:creationId xmlns:p14="http://schemas.microsoft.com/office/powerpoint/2010/main" val="589771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5B060-6BCC-2E73-1025-C1ECA2986B47}"/>
              </a:ext>
            </a:extLst>
          </p:cNvPr>
          <p:cNvSpPr>
            <a:spLocks noGrp="1"/>
          </p:cNvSpPr>
          <p:nvPr>
            <p:ph type="title"/>
          </p:nvPr>
        </p:nvSpPr>
        <p:spPr/>
        <p:txBody>
          <a:bodyPr>
            <a:normAutofit/>
          </a:bodyPr>
          <a:lstStyle/>
          <a:p>
            <a:r>
              <a:rPr kumimoji="1" lang="en-US" altLang="ja-JP" dirty="0"/>
              <a:t>AI</a:t>
            </a:r>
            <a:r>
              <a:rPr kumimoji="1" lang="ja-JP" altLang="en-US" dirty="0"/>
              <a:t>を使用</a:t>
            </a:r>
            <a:r>
              <a:rPr kumimoji="1" lang="ja-JP" altLang="en-US"/>
              <a:t>した箇所</a:t>
            </a:r>
          </a:p>
        </p:txBody>
      </p:sp>
      <p:sp>
        <p:nvSpPr>
          <p:cNvPr id="3" name="コンテンツ プレースホルダー 2">
            <a:extLst>
              <a:ext uri="{FF2B5EF4-FFF2-40B4-BE49-F238E27FC236}">
                <a16:creationId xmlns:a16="http://schemas.microsoft.com/office/drawing/2014/main" id="{F35391D1-653E-C67D-5AB0-8745CFC568BA}"/>
              </a:ext>
            </a:extLst>
          </p:cNvPr>
          <p:cNvSpPr>
            <a:spLocks noGrp="1"/>
          </p:cNvSpPr>
          <p:nvPr>
            <p:ph idx="1"/>
          </p:nvPr>
        </p:nvSpPr>
        <p:spPr/>
        <p:txBody>
          <a:bodyPr>
            <a:normAutofit/>
          </a:bodyPr>
          <a:lstStyle/>
          <a:p>
            <a:r>
              <a:rPr kumimoji="1" lang="ja-JP" altLang="en-US" sz="2800" dirty="0"/>
              <a:t>メモを作成した際に出る作成日、更新日を表示される所</a:t>
            </a:r>
          </a:p>
        </p:txBody>
      </p:sp>
      <p:pic>
        <p:nvPicPr>
          <p:cNvPr id="5" name="図 4">
            <a:extLst>
              <a:ext uri="{FF2B5EF4-FFF2-40B4-BE49-F238E27FC236}">
                <a16:creationId xmlns:a16="http://schemas.microsoft.com/office/drawing/2014/main" id="{A7F47BEA-B4FD-2647-FDEA-3114FEC1E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1590" y="2792152"/>
            <a:ext cx="5855329" cy="2073763"/>
          </a:xfrm>
          <a:prstGeom prst="rect">
            <a:avLst/>
          </a:prstGeom>
        </p:spPr>
      </p:pic>
    </p:spTree>
    <p:extLst>
      <p:ext uri="{BB962C8B-B14F-4D97-AF65-F5344CB8AC3E}">
        <p14:creationId xmlns:p14="http://schemas.microsoft.com/office/powerpoint/2010/main" val="2335692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4A9633-D944-2526-6D2F-4C9FE55CFA92}"/>
              </a:ext>
            </a:extLst>
          </p:cNvPr>
          <p:cNvSpPr>
            <a:spLocks noGrp="1"/>
          </p:cNvSpPr>
          <p:nvPr>
            <p:ph type="title"/>
          </p:nvPr>
        </p:nvSpPr>
        <p:spPr/>
        <p:txBody>
          <a:bodyPr/>
          <a:lstStyle/>
          <a:p>
            <a:r>
              <a:rPr kumimoji="1" lang="ja-JP" altLang="en-US" dirty="0"/>
              <a:t>今後搭載したい機能</a:t>
            </a:r>
          </a:p>
        </p:txBody>
      </p:sp>
      <p:sp>
        <p:nvSpPr>
          <p:cNvPr id="3" name="コンテンツ プレースホルダー 2">
            <a:extLst>
              <a:ext uri="{FF2B5EF4-FFF2-40B4-BE49-F238E27FC236}">
                <a16:creationId xmlns:a16="http://schemas.microsoft.com/office/drawing/2014/main" id="{13E4E330-4DB1-3A4E-3B0B-7B06128643F5}"/>
              </a:ext>
            </a:extLst>
          </p:cNvPr>
          <p:cNvSpPr>
            <a:spLocks noGrp="1"/>
          </p:cNvSpPr>
          <p:nvPr>
            <p:ph idx="1"/>
          </p:nvPr>
        </p:nvSpPr>
        <p:spPr/>
        <p:txBody>
          <a:bodyPr/>
          <a:lstStyle/>
          <a:p>
            <a:r>
              <a:rPr kumimoji="1" lang="ja-JP" altLang="en-US" sz="2800" dirty="0"/>
              <a:t>アプリを落としてもメモが保存される機能</a:t>
            </a:r>
            <a:endParaRPr kumimoji="1" lang="en-US" altLang="ja-JP" sz="2800" dirty="0"/>
          </a:p>
          <a:p>
            <a:r>
              <a:rPr lang="ja-JP" altLang="en-US" sz="2800" dirty="0"/>
              <a:t>重要度が設定できる機能</a:t>
            </a:r>
            <a:endParaRPr lang="en-US" altLang="ja-JP" sz="2800" dirty="0"/>
          </a:p>
          <a:p>
            <a:r>
              <a:rPr lang="ja-JP" altLang="en-US" sz="2800" dirty="0"/>
              <a:t>作成日時</a:t>
            </a:r>
            <a:r>
              <a:rPr lang="ja-JP" altLang="en-US" sz="2800"/>
              <a:t>やキーワードを</a:t>
            </a:r>
            <a:r>
              <a:rPr lang="ja-JP" altLang="en-US" sz="2800" dirty="0"/>
              <a:t>検索できる機能</a:t>
            </a:r>
            <a:endParaRPr lang="en-US" altLang="ja-JP" sz="2800" dirty="0"/>
          </a:p>
          <a:p>
            <a:pPr marL="0" indent="0">
              <a:buNone/>
            </a:pPr>
            <a:r>
              <a:rPr lang="en-US" altLang="ja-JP" sz="2800" dirty="0"/>
              <a:t>  https://qiita.com/shake12/items/5d5e84c323b4560e8e60</a:t>
            </a:r>
          </a:p>
          <a:p>
            <a:endParaRPr kumimoji="1" lang="ja-JP" altLang="en-US" dirty="0"/>
          </a:p>
        </p:txBody>
      </p:sp>
    </p:spTree>
    <p:extLst>
      <p:ext uri="{BB962C8B-B14F-4D97-AF65-F5344CB8AC3E}">
        <p14:creationId xmlns:p14="http://schemas.microsoft.com/office/powerpoint/2010/main" val="2004402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F37232-61CC-CC55-A284-97E2E7AA88DF}"/>
              </a:ext>
            </a:extLst>
          </p:cNvPr>
          <p:cNvSpPr>
            <a:spLocks noGrp="1"/>
          </p:cNvSpPr>
          <p:nvPr>
            <p:ph type="title"/>
          </p:nvPr>
        </p:nvSpPr>
        <p:spPr>
          <a:xfrm>
            <a:off x="1578429" y="2697480"/>
            <a:ext cx="10058400" cy="1371600"/>
          </a:xfrm>
        </p:spPr>
        <p:txBody>
          <a:bodyPr/>
          <a:lstStyle/>
          <a:p>
            <a:r>
              <a:rPr kumimoji="1" lang="ja-JP" altLang="en-US" dirty="0"/>
              <a:t>ご清聴ありがとうございました。</a:t>
            </a:r>
          </a:p>
        </p:txBody>
      </p:sp>
    </p:spTree>
    <p:extLst>
      <p:ext uri="{BB962C8B-B14F-4D97-AF65-F5344CB8AC3E}">
        <p14:creationId xmlns:p14="http://schemas.microsoft.com/office/powerpoint/2010/main" val="25284344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シャボン">
  <a:themeElements>
    <a:clrScheme name="シャボン">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シャボン">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シャボン">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TM03457510[[fn=シャボン]]</Template>
  <TotalTime>493</TotalTime>
  <Words>295</Words>
  <Application>Microsoft Office PowerPoint</Application>
  <PresentationFormat>ワイド画面</PresentationFormat>
  <Paragraphs>43</Paragraphs>
  <Slides>9</Slides>
  <Notes>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Century Gothic</vt:lpstr>
      <vt:lpstr>Garamond</vt:lpstr>
      <vt:lpstr>シャボン</vt:lpstr>
      <vt:lpstr>    メモ</vt:lpstr>
      <vt:lpstr>目次</vt:lpstr>
      <vt:lpstr>このアプリを作ろうと思った理由</vt:lpstr>
      <vt:lpstr>アプリの概要</vt:lpstr>
      <vt:lpstr>PowerPoint プレゼンテーション</vt:lpstr>
      <vt:lpstr>実機説明</vt:lpstr>
      <vt:lpstr>AIを使用した箇所</vt:lpstr>
      <vt:lpstr>今後搭載したい機能</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隼翔 本田</dc:creator>
  <cp:lastModifiedBy>隼翔 本田</cp:lastModifiedBy>
  <cp:revision>22</cp:revision>
  <dcterms:created xsi:type="dcterms:W3CDTF">2025-12-02T05:39:17Z</dcterms:created>
  <dcterms:modified xsi:type="dcterms:W3CDTF">2026-07-15T02:25:38Z</dcterms:modified>
</cp:coreProperties>
</file>